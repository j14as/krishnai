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8" r:id="rId2"/>
    <p:sldId id="259" r:id="rId3"/>
    <p:sldId id="280" r:id="rId4"/>
    <p:sldId id="281" r:id="rId5"/>
    <p:sldId id="282" r:id="rId6"/>
    <p:sldId id="283" r:id="rId7"/>
    <p:sldId id="289" r:id="rId8"/>
    <p:sldId id="290" r:id="rId9"/>
    <p:sldId id="284" r:id="rId10"/>
    <p:sldId id="285" r:id="rId11"/>
    <p:sldId id="286" r:id="rId12"/>
    <p:sldId id="287" r:id="rId13"/>
    <p:sldId id="288" r:id="rId14"/>
    <p:sldId id="291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8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45995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7c82bc41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7c82bc41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464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481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06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258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613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217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4BD52B4-CA64-177F-5F99-786695B2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>
            <a:extLst>
              <a:ext uri="{FF2B5EF4-FFF2-40B4-BE49-F238E27FC236}">
                <a16:creationId xmlns:a16="http://schemas.microsoft.com/office/drawing/2014/main" id="{8521E434-DA59-56B4-E236-4096D5CC7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>
            <a:extLst>
              <a:ext uri="{FF2B5EF4-FFF2-40B4-BE49-F238E27FC236}">
                <a16:creationId xmlns:a16="http://schemas.microsoft.com/office/drawing/2014/main" id="{CF944646-51DF-A06C-429F-310C043C5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356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86901E4-59BF-195F-6552-E82E9E02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>
            <a:extLst>
              <a:ext uri="{FF2B5EF4-FFF2-40B4-BE49-F238E27FC236}">
                <a16:creationId xmlns:a16="http://schemas.microsoft.com/office/drawing/2014/main" id="{DC3BEF94-6A0A-70FA-9004-47967565C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>
            <a:extLst>
              <a:ext uri="{FF2B5EF4-FFF2-40B4-BE49-F238E27FC236}">
                <a16:creationId xmlns:a16="http://schemas.microsoft.com/office/drawing/2014/main" id="{983840A8-FFC6-7614-A772-6179D2A92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46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507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369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734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83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419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9812EB9-7E20-44E3-B5EB-FBC6E30E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>
            <a:extLst>
              <a:ext uri="{FF2B5EF4-FFF2-40B4-BE49-F238E27FC236}">
                <a16:creationId xmlns:a16="http://schemas.microsoft.com/office/drawing/2014/main" id="{71963A9B-C403-7259-5F5A-5E4C48488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>
            <a:extLst>
              <a:ext uri="{FF2B5EF4-FFF2-40B4-BE49-F238E27FC236}">
                <a16:creationId xmlns:a16="http://schemas.microsoft.com/office/drawing/2014/main" id="{1397571B-6B65-49E5-10E8-783C86031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54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8599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6307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616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1963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3522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6428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138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2315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2772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56795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9B02E-EF90-43EB-89EB-2A20E04E6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4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26264" y="729842"/>
            <a:ext cx="7311057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Project Presentation</a:t>
            </a:r>
          </a:p>
          <a:p>
            <a:pPr algn="ctr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         Minor Project- </a:t>
            </a:r>
            <a:r>
              <a:rPr lang="en-US" altLang="en-US" b="1" dirty="0" err="1">
                <a:latin typeface="Times New Roman" pitchFamily="18" charset="0"/>
                <a:cs typeface="Times New Roman" pitchFamily="18" charset="0"/>
              </a:rPr>
              <a:t>KrishnAI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dirty="0"/>
              <a:t>Ancient Wisdom. Modern Guidance.)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. Jayesh Borkar and 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Miss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Jividha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Parwe</a:t>
            </a: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(MCA First Year, Semester II )</a:t>
            </a:r>
          </a:p>
          <a:p>
            <a:pPr eaLnBrk="1" hangingPunct="1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Department of Computer Applications</a:t>
            </a:r>
          </a:p>
          <a:p>
            <a:pPr algn="ctr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G H Raisoni Skill Tech University, Nagpur</a:t>
            </a:r>
          </a:p>
          <a:p>
            <a:pPr algn="ctr"/>
            <a:endParaRPr lang="en-US" alt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Academic Session:2025-26</a:t>
            </a:r>
            <a:endParaRPr lang="en-US" sz="1000" dirty="0"/>
          </a:p>
        </p:txBody>
      </p:sp>
      <p:pic>
        <p:nvPicPr>
          <p:cNvPr id="7" name="Image 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sp>
        <p:nvSpPr>
          <p:cNvPr id="11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8132" y="466788"/>
            <a:ext cx="705630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INDEX</a:t>
            </a:r>
          </a:p>
          <a:p>
            <a:pPr>
              <a:defRPr/>
            </a:pP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Introduction &amp; Problem Statement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Objective of Project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Existing </a:t>
            </a:r>
            <a:r>
              <a:rPr lang="en-US" sz="1800" dirty="0" err="1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vs</a:t>
            </a: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Proposed System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IN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System Architecture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Technologies Used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Implementation / Demo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Results &amp; Conclusion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IN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Future Scope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IN" sz="1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References (in IEEE format only)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8132" y="466788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85944" y="1059636"/>
            <a:ext cx="705630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Project overview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en-US" dirty="0" err="1">
                <a:latin typeface="Calibri "/>
              </a:rPr>
              <a:t>KrishnAI</a:t>
            </a:r>
            <a:r>
              <a:rPr lang="en-US" dirty="0">
                <a:latin typeface="Calibri "/>
              </a:rPr>
              <a:t> — a lightweight Flask web application that provides an interactive AI assistant (Krishna) for conversational support, daily shloka delivery with meaning/explanation, and a personal reflection journal; user accounts and conversation history are stored with SQLite.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Problem in existing system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en-US" dirty="0">
                <a:latin typeface="Calibri "/>
              </a:rPr>
              <a:t>At present the assistant handles single-turn queries and doesn’t retain context across follow-ups; adding session/context memory would enable deeper, continuous topic conversations</a:t>
            </a:r>
            <a:r>
              <a:rPr lang="en-US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Why this project is required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en-US" dirty="0">
                <a:latin typeface="+mn-lt"/>
              </a:rPr>
              <a:t>To offer students an accessible, focused assistant that blends AI conversation with daily shlokas and reflection tracking — improving motivation and self-reflection while being easy to deploy, demo, and extend for college projects.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15667" y="597971"/>
            <a:ext cx="499686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Introduction </a:t>
            </a:r>
            <a:r>
              <a:rPr lang="en-US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&amp; Problem Statement</a:t>
            </a:r>
          </a:p>
          <a:p>
            <a:pPr algn="ctr">
              <a:defRPr/>
            </a:pPr>
            <a:endParaRPr lang="en-US" b="1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95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236944" y="1244785"/>
            <a:ext cx="544445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Provide contextual AI guidance:</a:t>
            </a:r>
            <a:r>
              <a:rPr lang="en-US" dirty="0"/>
              <a:t> Deliver a culturally aware conversational assistant that gives calm, relevant responses tailored to spiritual and motivational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Daily inspiration with explanation:</a:t>
            </a:r>
            <a:r>
              <a:rPr lang="en-US" dirty="0"/>
              <a:t> Serve a short daily shloka plus clear meaning and practical takeaway to encourage regular reflection.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Private reflection journaling:</a:t>
            </a:r>
            <a:r>
              <a:rPr lang="en-US" dirty="0"/>
              <a:t> Let users record and revisit personal reflections securely, preserving continuity of learning and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Easy </a:t>
            </a:r>
            <a:r>
              <a:rPr lang="en-US" b="1" dirty="0" err="1"/>
              <a:t>demoable</a:t>
            </a:r>
            <a:r>
              <a:rPr lang="en-US" b="1" dirty="0"/>
              <a:t> &amp; extensible platform:</a:t>
            </a:r>
            <a:r>
              <a:rPr lang="en-US" dirty="0"/>
              <a:t> Keep the app lightweight and local‑deployable for college demos, with clear hooks for adding multi‑turn context, tests, and future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68006" y="712734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Objective of Project</a:t>
            </a:r>
          </a:p>
        </p:txBody>
      </p:sp>
    </p:spTree>
    <p:extLst>
      <p:ext uri="{BB962C8B-B14F-4D97-AF65-F5344CB8AC3E}">
        <p14:creationId xmlns:p14="http://schemas.microsoft.com/office/powerpoint/2010/main" val="405760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24125" y="712734"/>
            <a:ext cx="49662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Existing </a:t>
            </a:r>
            <a:r>
              <a:rPr lang="en-IN" sz="2400" b="1" dirty="0" err="1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vs</a:t>
            </a: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Proposed System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83776" y="1217065"/>
            <a:ext cx="56985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 drawbacks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800" dirty="0">
                <a:latin typeface="+mn-lt"/>
              </a:rPr>
              <a:t>The chat only answers one question and doesn’t remember earlier messages.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system solution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800" dirty="0">
                <a:latin typeface="+mn-lt"/>
              </a:rPr>
              <a:t>Save recent messages for each session so the assistant remembers the conversation.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improvements: </a:t>
            </a:r>
            <a:r>
              <a:rPr lang="en-US" sz="1800" dirty="0">
                <a:latin typeface="+mn-lt"/>
              </a:rPr>
              <a:t>Users can have longer, natural chats and get more helpful responses.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617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39431" y="349930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51864" y="1047659"/>
            <a:ext cx="36600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/ block diagram: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EBAC4-1409-A34B-CE12-623FB5833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441" y="1628775"/>
            <a:ext cx="4526166" cy="283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DBC549E-90C9-DC34-0FD5-125E082E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208221BA-0CCA-072D-D414-180D7DB7E596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7EEB1-02AF-9598-5F64-DCFD98B25E4A}"/>
              </a:ext>
            </a:extLst>
          </p:cNvPr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EE274-158E-485C-5BF9-8A0FB932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F5237-C2FB-BAB9-9345-BD419D8D3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>
            <a:extLst>
              <a:ext uri="{FF2B5EF4-FFF2-40B4-BE49-F238E27FC236}">
                <a16:creationId xmlns:a16="http://schemas.microsoft.com/office/drawing/2014/main" id="{DD10557C-2842-92FF-1E73-29C0A1AC0A1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07E89E-CE96-CEB0-5509-B9B54DB4E1E9}"/>
              </a:ext>
            </a:extLst>
          </p:cNvPr>
          <p:cNvSpPr/>
          <p:nvPr/>
        </p:nvSpPr>
        <p:spPr>
          <a:xfrm>
            <a:off x="2253719" y="557108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824A2-7E00-6656-1001-0996334BE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505" y="990149"/>
            <a:ext cx="366001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modules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r>
              <a:rPr lang="en-IN" b="1" dirty="0"/>
              <a:t>Web app:</a:t>
            </a:r>
            <a:r>
              <a:rPr lang="en-IN" dirty="0"/>
              <a:t> </a:t>
            </a:r>
            <a:r>
              <a:rPr lang="en-IN" sz="1600" i="1" dirty="0">
                <a:latin typeface="+mn-lt"/>
              </a:rPr>
              <a:t>app.py </a:t>
            </a:r>
            <a:r>
              <a:rPr lang="en-IN" sz="1600" dirty="0">
                <a:latin typeface="+mn-lt"/>
              </a:rPr>
              <a:t>— routes and controllers.</a:t>
            </a:r>
          </a:p>
          <a:p>
            <a:r>
              <a:rPr lang="en-IN" sz="1600" b="1" dirty="0">
                <a:latin typeface="+mn-lt"/>
              </a:rPr>
              <a:t>Auth:</a:t>
            </a:r>
            <a:r>
              <a:rPr lang="en-IN" sz="1600" dirty="0">
                <a:latin typeface="+mn-lt"/>
              </a:rPr>
              <a:t> Flask‑Login — signup/login and session protection.</a:t>
            </a:r>
          </a:p>
          <a:p>
            <a:r>
              <a:rPr lang="en-IN" sz="1600" b="1" dirty="0">
                <a:latin typeface="+mn-lt"/>
              </a:rPr>
              <a:t>AI service:</a:t>
            </a:r>
            <a:r>
              <a:rPr lang="en-IN" sz="1600" dirty="0">
                <a:latin typeface="+mn-lt"/>
              </a:rPr>
              <a:t> </a:t>
            </a:r>
            <a:r>
              <a:rPr lang="en-IN" sz="1600" i="1" dirty="0">
                <a:latin typeface="+mn-lt"/>
              </a:rPr>
              <a:t>groq_service.py</a:t>
            </a:r>
            <a:r>
              <a:rPr lang="en-IN" sz="1600" dirty="0">
                <a:latin typeface="+mn-lt"/>
              </a:rPr>
              <a:t>— generates Krishna responses.</a:t>
            </a:r>
          </a:p>
          <a:p>
            <a:r>
              <a:rPr lang="en-IN" sz="1600" b="1" dirty="0">
                <a:latin typeface="+mn-lt"/>
              </a:rPr>
              <a:t>Content service:</a:t>
            </a:r>
            <a:r>
              <a:rPr lang="en-IN" sz="1600" dirty="0">
                <a:latin typeface="+mn-lt"/>
              </a:rPr>
              <a:t> </a:t>
            </a:r>
            <a:r>
              <a:rPr lang="en-IN" sz="1600" i="1" dirty="0">
                <a:latin typeface="+mn-lt"/>
              </a:rPr>
              <a:t>shloka_service.py </a:t>
            </a:r>
            <a:r>
              <a:rPr lang="en-IN" sz="1600" dirty="0">
                <a:latin typeface="+mn-lt"/>
              </a:rPr>
              <a:t>— daily shloka + meaning.</a:t>
            </a:r>
          </a:p>
          <a:p>
            <a:r>
              <a:rPr lang="en-IN" sz="1600" b="1" dirty="0">
                <a:latin typeface="+mn-lt"/>
              </a:rPr>
              <a:t>Data &amp; UI:</a:t>
            </a:r>
            <a:r>
              <a:rPr lang="en-IN" sz="1600" dirty="0">
                <a:latin typeface="+mn-lt"/>
              </a:rPr>
              <a:t> models (SQLite) and </a:t>
            </a:r>
            <a:r>
              <a:rPr lang="en-IN" sz="1600" i="1" dirty="0">
                <a:latin typeface="+mn-lt"/>
              </a:rPr>
              <a:t>templates</a:t>
            </a:r>
            <a:r>
              <a:rPr lang="en-IN" sz="1600" dirty="0">
                <a:latin typeface="+mn-lt"/>
              </a:rPr>
              <a:t>+ </a:t>
            </a:r>
            <a:r>
              <a:rPr lang="en-IN" sz="1600" i="1" dirty="0">
                <a:latin typeface="+mn-lt"/>
              </a:rPr>
              <a:t>static</a:t>
            </a:r>
            <a:r>
              <a:rPr lang="en-IN" sz="1600" dirty="0">
                <a:latin typeface="+mn-lt"/>
              </a:rPr>
              <a:t> — storage and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64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85E87B5-31F8-F059-2E1F-D71F6950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1EE24F76-8A3E-457E-1FE3-DBE9AA2095DB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F9C349-1924-7FDD-66AF-9270F925341D}"/>
              </a:ext>
            </a:extLst>
          </p:cNvPr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563252-CDFD-0E64-ED49-97861A1D6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FCE914-C7D9-CDB4-5B63-382AA9945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>
            <a:extLst>
              <a:ext uri="{FF2B5EF4-FFF2-40B4-BE49-F238E27FC236}">
                <a16:creationId xmlns:a16="http://schemas.microsoft.com/office/drawing/2014/main" id="{1618FF29-9D6D-EB68-AB69-4C678DC2FFD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12262C-44F7-B45B-F90C-03E726B0AFF9}"/>
              </a:ext>
            </a:extLst>
          </p:cNvPr>
          <p:cNvSpPr/>
          <p:nvPr/>
        </p:nvSpPr>
        <p:spPr>
          <a:xfrm>
            <a:off x="2210856" y="242362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164C2-B3C9-4F64-665A-6EA223E9C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47" y="698794"/>
            <a:ext cx="36600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 Flow: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A4FB6D-AE5D-D3EC-B9D5-59A0FE33E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562" y="724257"/>
            <a:ext cx="6800850" cy="369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9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68006" y="712734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Technologies Used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21747" y="1251835"/>
            <a:ext cx="406866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 "/>
              </a:rPr>
              <a:t>Frontend:</a:t>
            </a:r>
            <a:r>
              <a:rPr lang="en-IN" sz="1600" dirty="0">
                <a:latin typeface="Calibri "/>
              </a:rPr>
              <a:t> HTML templates (templates), CSS (style.css) and simple JS (theme.js) using Jinja2.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 "/>
              </a:rPr>
              <a:t>Backend:</a:t>
            </a:r>
            <a:r>
              <a:rPr lang="en-IN" sz="1600" dirty="0">
                <a:latin typeface="Calibri "/>
              </a:rPr>
              <a:t> Python with Flask (app.py) handling routes and controllers.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 "/>
              </a:rPr>
              <a:t>Database:</a:t>
            </a:r>
            <a:r>
              <a:rPr lang="en-IN" sz="1600" dirty="0">
                <a:latin typeface="Calibri "/>
              </a:rPr>
              <a:t> SQLite via Flask-</a:t>
            </a:r>
            <a:r>
              <a:rPr lang="en-IN" sz="1600" dirty="0" err="1">
                <a:latin typeface="Calibri "/>
              </a:rPr>
              <a:t>SQLAlchemy</a:t>
            </a:r>
            <a:r>
              <a:rPr lang="en-IN" sz="1600" dirty="0">
                <a:latin typeface="Calibri "/>
              </a:rPr>
              <a:t> (models in models).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 "/>
              </a:rPr>
              <a:t>Tools / Frameworks:</a:t>
            </a:r>
            <a:r>
              <a:rPr lang="en-IN" sz="1600" dirty="0">
                <a:latin typeface="Calibri "/>
              </a:rPr>
              <a:t> Flask-Login, </a:t>
            </a:r>
            <a:r>
              <a:rPr lang="en-IN" sz="1600" dirty="0" err="1">
                <a:latin typeface="Calibri "/>
              </a:rPr>
              <a:t>groq</a:t>
            </a:r>
            <a:r>
              <a:rPr lang="en-IN" sz="1600" dirty="0">
                <a:latin typeface="Calibri "/>
              </a:rPr>
              <a:t> (LLM client), python-</a:t>
            </a:r>
            <a:r>
              <a:rPr lang="en-IN" sz="1600" dirty="0" err="1">
                <a:latin typeface="Calibri "/>
              </a:rPr>
              <a:t>dotenv</a:t>
            </a:r>
            <a:r>
              <a:rPr lang="en-IN" sz="1600" dirty="0">
                <a:latin typeface="Calibri "/>
              </a:rPr>
              <a:t>, and developer tools (pip, </a:t>
            </a:r>
            <a:r>
              <a:rPr lang="en-IN" sz="1600" dirty="0" err="1">
                <a:latin typeface="Calibri "/>
              </a:rPr>
              <a:t>virtualenv</a:t>
            </a:r>
            <a:r>
              <a:rPr lang="en-IN" sz="1600" dirty="0">
                <a:latin typeface="Calibri 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86589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1020" y="467962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68006" y="712734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Implementation / Demo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83777" y="1598245"/>
            <a:ext cx="41777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Module-wise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Screenshots / 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0EE8A-9D65-48E2-21DE-158FFE12B8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21" y="2232850"/>
            <a:ext cx="3855230" cy="2149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392541-572E-8E3B-A2D9-066752F8AF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128" y="2283504"/>
            <a:ext cx="4465255" cy="209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0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037054" y="460416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68006" y="712734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Results &amp; Conclusion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66855" y="1270534"/>
            <a:ext cx="3984609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+mn-lt"/>
              </a:rPr>
              <a:t>Results achieved</a:t>
            </a:r>
            <a:r>
              <a:rPr lang="en-IN" sz="1600" dirty="0">
                <a:latin typeface="+mn-lt"/>
              </a:rPr>
              <a:t>: Functional Flask app with signup/login, AI chat (Krishna), daily shloka delivery, and saved reflections (SQLite).</a:t>
            </a:r>
          </a:p>
          <a:p>
            <a:r>
              <a:rPr lang="en-IN" sz="1800" b="1" dirty="0">
                <a:latin typeface="+mn-lt"/>
              </a:rPr>
              <a:t>Benefits</a:t>
            </a:r>
            <a:r>
              <a:rPr lang="en-IN" sz="1600" dirty="0">
                <a:latin typeface="+mn-lt"/>
              </a:rPr>
              <a:t>: Students get quick spiritual guidance + private journaling; easy to run locally for demos.</a:t>
            </a:r>
          </a:p>
          <a:p>
            <a:r>
              <a:rPr lang="en-IN" sz="1800" b="1" dirty="0">
                <a:latin typeface="+mn-lt"/>
              </a:rPr>
              <a:t>Conclusion</a:t>
            </a:r>
            <a:r>
              <a:rPr lang="en-IN" sz="1600" dirty="0">
                <a:latin typeface="+mn-lt"/>
              </a:rPr>
              <a:t>: Lightweight, demo-ready platform that’s extensible — </a:t>
            </a:r>
            <a:r>
              <a:rPr lang="en-IN" sz="1600" u="sng" dirty="0">
                <a:latin typeface="+mn-lt"/>
              </a:rPr>
              <a:t>next</a:t>
            </a:r>
            <a:r>
              <a:rPr lang="en-IN" sz="1600" dirty="0">
                <a:latin typeface="+mn-lt"/>
              </a:rPr>
              <a:t>: add multi‑turn chat context and prepare deployment.</a:t>
            </a:r>
          </a:p>
        </p:txBody>
      </p:sp>
    </p:spTree>
    <p:extLst>
      <p:ext uri="{BB962C8B-B14F-4D97-AF65-F5344CB8AC3E}">
        <p14:creationId xmlns:p14="http://schemas.microsoft.com/office/powerpoint/2010/main" val="350686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037054" y="460416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68006" y="460416"/>
            <a:ext cx="382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Future Scope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83777" y="922081"/>
            <a:ext cx="441201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Enhancements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 Remembered conversations</a:t>
            </a:r>
            <a:r>
              <a:rPr lang="en-US" dirty="0">
                <a:latin typeface="+mn-lt"/>
              </a:rPr>
              <a:t>: add per‑user/session memory so the chat can continue topics across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Scalability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Better responses</a:t>
            </a:r>
            <a:r>
              <a:rPr lang="en-US" dirty="0">
                <a:latin typeface="+mn-lt"/>
              </a:rPr>
              <a:t>: upgrade to a stronger LLM model to get richer, more accurate replies.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Additional features: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Role selection</a:t>
            </a:r>
            <a:r>
              <a:rPr lang="en-US" dirty="0">
                <a:latin typeface="+mn-lt"/>
              </a:rPr>
              <a:t>: let users pick a spiritual guide role (e.g., Krishna, Guru, Mentor) so answers match the chosen perspective.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1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037054" y="460416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7E35B-C702-5B6D-1916-AA22F82F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15448-5AA4-63AE-4A1C-13C13017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22053" y="653475"/>
            <a:ext cx="5223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17342" y="1248062"/>
            <a:ext cx="442938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n-lt"/>
              </a:rPr>
              <a:t>Books</a:t>
            </a:r>
            <a:r>
              <a:rPr lang="en-IN" sz="1800" dirty="0">
                <a:latin typeface="+mn-lt"/>
              </a:rPr>
              <a:t>: </a:t>
            </a:r>
            <a:r>
              <a:rPr lang="en-IN" dirty="0">
                <a:latin typeface="+mn-lt"/>
              </a:rPr>
              <a:t>Bhagavad Gita — translations/ commentaries (Eknath Easwaran; A.C. Bhaktivedanta Swami </a:t>
            </a:r>
            <a:r>
              <a:rPr lang="en-IN" dirty="0" err="1">
                <a:latin typeface="+mn-lt"/>
              </a:rPr>
              <a:t>Prabhupada</a:t>
            </a:r>
            <a:r>
              <a:rPr lang="en-IN" dirty="0">
                <a:latin typeface="+mn-lt"/>
              </a:rPr>
              <a:t>).</a:t>
            </a:r>
            <a:endParaRPr lang="en-IN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n-lt"/>
              </a:rPr>
              <a:t>Research</a:t>
            </a:r>
            <a:r>
              <a:rPr lang="en-IN" sz="1800" dirty="0">
                <a:latin typeface="+mn-lt"/>
              </a:rPr>
              <a:t>: </a:t>
            </a:r>
            <a:r>
              <a:rPr lang="en-US" dirty="0">
                <a:latin typeface="+mn-lt"/>
              </a:rPr>
              <a:t>Papers and articles on conversational agents, session/context memory, and AI‑guided tutoring (search for “dialogue context memory” and “conversational AI surveys”).</a:t>
            </a:r>
            <a:r>
              <a:rPr lang="en-IN" sz="1800" dirty="0">
                <a:latin typeface="+mn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n-lt"/>
              </a:rPr>
              <a:t>Websites</a:t>
            </a:r>
            <a:r>
              <a:rPr lang="en-IN" sz="1800" dirty="0">
                <a:latin typeface="+mn-lt"/>
              </a:rPr>
              <a:t>: </a:t>
            </a:r>
            <a:r>
              <a:rPr lang="en-US" dirty="0" err="1">
                <a:latin typeface="+mn-lt"/>
              </a:rPr>
              <a:t>GitaGPT</a:t>
            </a:r>
            <a:r>
              <a:rPr lang="en-US" dirty="0">
                <a:latin typeface="+mn-lt"/>
              </a:rPr>
              <a:t> (project reference and inspiration).</a:t>
            </a:r>
            <a:endParaRPr lang="en-IN" sz="18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0771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8D240CF-1214-0A61-14BA-9F81F40D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9AFAC73F-4B9B-D186-6522-112B28CC7B8B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252FCE-0B1A-99D5-5A0D-99F274485959}"/>
              </a:ext>
            </a:extLst>
          </p:cNvPr>
          <p:cNvSpPr/>
          <p:nvPr/>
        </p:nvSpPr>
        <p:spPr>
          <a:xfrm>
            <a:off x="-1037054" y="460416"/>
            <a:ext cx="705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2F4E63-32ED-0E91-5757-58D3261C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3" y="4452820"/>
            <a:ext cx="1398204" cy="394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230C06-6EDE-13B7-0B82-21DE1C092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77" y="4523206"/>
            <a:ext cx="6914635" cy="394619"/>
          </a:xfrm>
          <a:prstGeom prst="rect">
            <a:avLst/>
          </a:prstGeom>
        </p:spPr>
      </p:pic>
      <p:pic>
        <p:nvPicPr>
          <p:cNvPr id="10" name="Image 1">
            <a:extLst>
              <a:ext uri="{FF2B5EF4-FFF2-40B4-BE49-F238E27FC236}">
                <a16:creationId xmlns:a16="http://schemas.microsoft.com/office/drawing/2014/main" id="{C90A31BD-5074-A6F3-15A5-CB59B9F10F4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312" y="231580"/>
            <a:ext cx="1342584" cy="405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B6C8BE-D5AF-4AAA-F580-5FCFAE09F29A}"/>
              </a:ext>
            </a:extLst>
          </p:cNvPr>
          <p:cNvSpPr/>
          <p:nvPr/>
        </p:nvSpPr>
        <p:spPr>
          <a:xfrm>
            <a:off x="1614909" y="1832837"/>
            <a:ext cx="5223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Thank You! </a:t>
            </a: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🙏</a:t>
            </a:r>
            <a:endParaRPr lang="en-US" sz="2400" b="1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79A8A0-83DC-080E-7954-568AA23E0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342" y="2340668"/>
            <a:ext cx="4429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342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739</Words>
  <Application>Microsoft Office PowerPoint</Application>
  <PresentationFormat>On-screen Show (16:9)</PresentationFormat>
  <Paragraphs>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Calibri Light</vt:lpstr>
      <vt:lpstr>Montserrat</vt:lpstr>
      <vt:lpstr>Calibri </vt:lpstr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Jayesh borkar</cp:lastModifiedBy>
  <cp:revision>33</cp:revision>
  <dcterms:modified xsi:type="dcterms:W3CDTF">2026-02-17T19:05:58Z</dcterms:modified>
</cp:coreProperties>
</file>